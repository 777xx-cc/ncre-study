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校园读书节活动策划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主办：校学生会学习部</a:t>
            </a:r>
          </a:p>
          <a:p>
            <a:r>
              <a:t>• 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活动背景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全民阅读氛围日益浓厚</a:t>
            </a:r>
          </a:p>
          <a:p>
            <a:r>
              <a:t>• 我校图书馆借阅量连续三年增长</a:t>
            </a:r>
          </a:p>
          <a:p>
            <a:r>
              <a:t>• 希望通过系列活动激发阅读热情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活动目标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覆盖全校 80% 以上院系</a:t>
            </a:r>
          </a:p>
          <a:p>
            <a:r>
              <a:t>• 征集读书心得 500 篇以上</a:t>
            </a:r>
          </a:p>
          <a:p>
            <a:r>
              <a:t>• 打造可持续的校园阅读品牌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活动安排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第一周：开幕式暨名家讲座</a:t>
            </a:r>
          </a:p>
          <a:p>
            <a:r>
              <a:t>• 第二周：班级读书分享会</a:t>
            </a:r>
          </a:p>
          <a:p>
            <a:r>
              <a:t>• 第三周：读书笔记展览</a:t>
            </a:r>
          </a:p>
          <a:p>
            <a:r>
              <a:t>• 第四周：闭幕式暨颁奖典礼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经费预算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场地布置：2000 元</a:t>
            </a:r>
          </a:p>
          <a:p>
            <a:r>
              <a:t>• 奖品购置：3500 元</a:t>
            </a:r>
          </a:p>
          <a:p>
            <a:r>
              <a:t>• 宣传物料：800 元</a:t>
            </a:r>
          </a:p>
          <a:p>
            <a:r>
              <a:t>• 嘉宾费用：1200 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预期效果与展望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形成"一月一书"长效机制</a:t>
            </a:r>
          </a:p>
          <a:p>
            <a:r>
              <a:t>• 建立院系阅读推广联络员制度</a:t>
            </a:r>
          </a:p>
          <a:p>
            <a:r>
              <a:t>• 感谢聆听，恳请指正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